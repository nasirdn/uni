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астя Закаблукова" userId="6d8f173b4de373b4" providerId="LiveId" clId="{03616854-BC53-4003-8CD5-0B6A0D2ECAAF}"/>
    <pc:docChg chg="modSld">
      <pc:chgData name="Настя Закаблукова" userId="6d8f173b4de373b4" providerId="LiveId" clId="{03616854-BC53-4003-8CD5-0B6A0D2ECAAF}" dt="2022-12-13T05:44:02.028" v="2" actId="20577"/>
      <pc:docMkLst>
        <pc:docMk/>
      </pc:docMkLst>
      <pc:sldChg chg="modSp mod">
        <pc:chgData name="Настя Закаблукова" userId="6d8f173b4de373b4" providerId="LiveId" clId="{03616854-BC53-4003-8CD5-0B6A0D2ECAAF}" dt="2022-12-13T05:44:02.028" v="2" actId="20577"/>
        <pc:sldMkLst>
          <pc:docMk/>
          <pc:sldMk cId="3929808585" sldId="257"/>
        </pc:sldMkLst>
        <pc:spChg chg="mod">
          <ac:chgData name="Настя Закаблукова" userId="6d8f173b4de373b4" providerId="LiveId" clId="{03616854-BC53-4003-8CD5-0B6A0D2ECAAF}" dt="2022-12-13T05:44:02.028" v="2" actId="20577"/>
          <ac:spMkLst>
            <pc:docMk/>
            <pc:sldMk cId="3929808585" sldId="257"/>
            <ac:spMk id="2" creationId="{33671AD5-5781-4DF9-965E-E7F3C1027513}"/>
          </ac:spMkLst>
        </pc:spChg>
      </pc:sldChg>
      <pc:sldChg chg="modSp mod">
        <pc:chgData name="Настя Закаблукова" userId="6d8f173b4de373b4" providerId="LiveId" clId="{03616854-BC53-4003-8CD5-0B6A0D2ECAAF}" dt="2022-12-13T05:40:33.995" v="0" actId="20577"/>
        <pc:sldMkLst>
          <pc:docMk/>
          <pc:sldMk cId="1864486560" sldId="262"/>
        </pc:sldMkLst>
        <pc:spChg chg="mod">
          <ac:chgData name="Настя Закаблукова" userId="6d8f173b4de373b4" providerId="LiveId" clId="{03616854-BC53-4003-8CD5-0B6A0D2ECAAF}" dt="2022-12-13T05:40:33.995" v="0" actId="20577"/>
          <ac:spMkLst>
            <pc:docMk/>
            <pc:sldMk cId="1864486560" sldId="262"/>
            <ac:spMk id="3" creationId="{249EFC36-04A8-4B9A-89A4-AAAA1563E7F4}"/>
          </ac:spMkLst>
        </pc:spChg>
      </pc:sldChg>
      <pc:sldChg chg="modSp mod">
        <pc:chgData name="Настя Закаблукова" userId="6d8f173b4de373b4" providerId="LiveId" clId="{03616854-BC53-4003-8CD5-0B6A0D2ECAAF}" dt="2022-12-13T05:40:38.584" v="1" actId="20577"/>
        <pc:sldMkLst>
          <pc:docMk/>
          <pc:sldMk cId="58764668" sldId="263"/>
        </pc:sldMkLst>
        <pc:spChg chg="mod">
          <ac:chgData name="Настя Закаблукова" userId="6d8f173b4de373b4" providerId="LiveId" clId="{03616854-BC53-4003-8CD5-0B6A0D2ECAAF}" dt="2022-12-13T05:40:38.584" v="1" actId="20577"/>
          <ac:spMkLst>
            <pc:docMk/>
            <pc:sldMk cId="58764668" sldId="263"/>
            <ac:spMk id="3" creationId="{AE5F730A-DE3D-4075-8417-0CC0125FBA4F}"/>
          </ac:spMkLst>
        </pc:spChg>
      </pc:sldChg>
    </pc:docChg>
  </pc:docChgLst>
  <pc:docChgLst>
    <pc:chgData name="Настя Закаблукова" userId="6d8f173b4de373b4" providerId="LiveId" clId="{4512859A-13C8-4DEA-8DA9-6A948456ECAA}"/>
    <pc:docChg chg="addSld modSld">
      <pc:chgData name="Настя Закаблукова" userId="6d8f173b4de373b4" providerId="LiveId" clId="{4512859A-13C8-4DEA-8DA9-6A948456ECAA}" dt="2022-12-13T05:30:42.117" v="170" actId="122"/>
      <pc:docMkLst>
        <pc:docMk/>
      </pc:docMkLst>
      <pc:sldChg chg="addSp modSp mod">
        <pc:chgData name="Настя Закаблукова" userId="6d8f173b4de373b4" providerId="LiveId" clId="{4512859A-13C8-4DEA-8DA9-6A948456ECAA}" dt="2022-12-13T05:30:42.117" v="170" actId="122"/>
        <pc:sldMkLst>
          <pc:docMk/>
          <pc:sldMk cId="3065835282" sldId="256"/>
        </pc:sldMkLst>
        <pc:spChg chg="mod">
          <ac:chgData name="Настя Закаблукова" userId="6d8f173b4de373b4" providerId="LiveId" clId="{4512859A-13C8-4DEA-8DA9-6A948456ECAA}" dt="2022-12-13T05:29:10.900" v="147" actId="1076"/>
          <ac:spMkLst>
            <pc:docMk/>
            <pc:sldMk cId="3065835282" sldId="256"/>
            <ac:spMk id="3" creationId="{320CDCA8-6DF9-40AB-85EA-FF4A8DE9524E}"/>
          </ac:spMkLst>
        </pc:spChg>
        <pc:spChg chg="add mod">
          <ac:chgData name="Настя Закаблукова" userId="6d8f173b4de373b4" providerId="LiveId" clId="{4512859A-13C8-4DEA-8DA9-6A948456ECAA}" dt="2022-12-13T05:30:42.117" v="170" actId="122"/>
          <ac:spMkLst>
            <pc:docMk/>
            <pc:sldMk cId="3065835282" sldId="256"/>
            <ac:spMk id="5" creationId="{9A289D18-2EBA-4C75-9572-A1BB39517700}"/>
          </ac:spMkLst>
        </pc:spChg>
      </pc:sldChg>
      <pc:sldChg chg="modSp new mod">
        <pc:chgData name="Настя Закаблукова" userId="6d8f173b4de373b4" providerId="LiveId" clId="{4512859A-13C8-4DEA-8DA9-6A948456ECAA}" dt="2022-12-13T05:27:40.144" v="56" actId="20577"/>
        <pc:sldMkLst>
          <pc:docMk/>
          <pc:sldMk cId="3148611693" sldId="264"/>
        </pc:sldMkLst>
        <pc:spChg chg="mod">
          <ac:chgData name="Настя Закаблукова" userId="6d8f173b4de373b4" providerId="LiveId" clId="{4512859A-13C8-4DEA-8DA9-6A948456ECAA}" dt="2022-12-13T05:27:35.474" v="55" actId="122"/>
          <ac:spMkLst>
            <pc:docMk/>
            <pc:sldMk cId="3148611693" sldId="264"/>
            <ac:spMk id="2" creationId="{E3D9FC8D-9EA2-4D07-B81F-293145FA9C69}"/>
          </ac:spMkLst>
        </pc:spChg>
        <pc:spChg chg="mod">
          <ac:chgData name="Настя Закаблукова" userId="6d8f173b4de373b4" providerId="LiveId" clId="{4512859A-13C8-4DEA-8DA9-6A948456ECAA}" dt="2022-12-13T05:27:40.144" v="56" actId="20577"/>
          <ac:spMkLst>
            <pc:docMk/>
            <pc:sldMk cId="3148611693" sldId="264"/>
            <ac:spMk id="3" creationId="{373CE3D2-AA41-4DFD-92C5-BEB6205A97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54D50-FE43-4EAA-9228-67BAD356A6E7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6F755-0C38-4EAC-AB87-D63116B96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05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14A91-5656-4AB4-A994-FAFF34317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0D4332-A5AE-4F29-9263-830FC1FC6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30BC8-9241-4DFE-8A5F-7F2C3A2E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A29B-9BFC-4C65-AF15-777547A3C83D}" type="datetime1">
              <a:rPr lang="ru-RU" smtClean="0"/>
              <a:t>13.12.2022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94DC35-0F5A-459F-B0F9-AD1E4774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F13ED4-098F-4A7D-882C-B2FEC542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1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0851A-9C8C-407F-8F3D-3BBB83A6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4199ED-9D33-4877-9094-00FF2F0C0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D5B894-C9F5-46CD-8FB9-8E5CE20E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A9A55-B0CC-42A1-9831-BB44D8F9A866}" type="datetime1">
              <a:rPr lang="ru-RU" smtClean="0"/>
              <a:t>13.12.2022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0ABE62-B89F-4E00-8747-1FD9DDEB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8A3F56-74E9-48F7-ADAD-0279DD26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69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4890F-B33F-475B-A043-8C8079ED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844241-710B-478D-AAD6-13E705B33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47E7D7-CB34-4C7F-90E0-7EC11A20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0BD0-A20F-4267-8F2F-1E03A5413872}" type="datetime1">
              <a:rPr lang="ru-RU" smtClean="0"/>
              <a:t>13.12.2022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932218-5C46-4A1F-8259-E699783C5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3758AE-08A2-4D22-B3ED-DC5266E2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94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648B3-6E6C-40AF-A063-AFFAD36C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77CA2-D9E2-4F72-B55A-B999044E1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C694CF-3A7C-45F2-9F8D-3319A1179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B0FBAF-779C-4503-A614-8E05FEC82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FB5E-C63C-4353-BC4D-FD6E91022D15}" type="datetime1">
              <a:rPr lang="ru-RU" smtClean="0"/>
              <a:t>13.12.2022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AFAAF-2572-46C3-B3FF-B6E1185B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389E6A-8076-4AAB-AC2C-4FF47F13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90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D6B4A-7FEA-473E-9A46-E2BFE5E9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FC12F8-6ABE-4B30-848D-9AF6C5321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66A9C0-2AF7-40B1-84B6-5F718EFA9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4BB54A-1797-496F-B698-CD9713F39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BBAEA0-D832-404D-9716-8AFE08886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6AF02B-7DE7-4DB7-9A28-51442DF5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4D9C6-65E1-4513-AD59-328FF540EF81}" type="datetime1">
              <a:rPr lang="ru-RU" smtClean="0"/>
              <a:t>13.12.2022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C8473A3-1C93-41AD-800B-097CBADE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21F1B6-60BC-453F-8384-B43D0B56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53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C445E-D81E-46CB-AB20-DC1CBCC1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36A1EB-4A0B-47F1-9FF7-9A4E6F8B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0264-B266-48E0-84C8-4E5FB138A07D}" type="datetime1">
              <a:rPr lang="ru-RU" smtClean="0"/>
              <a:t>13.12.2022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93E4BE-D336-4E88-818D-1C444911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6EAD83-4A91-4CF5-B549-D4DF6948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79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F7B851F-C501-4577-9563-52EE7588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AD5A-AD36-4F69-A147-8339D102000F}" type="datetime1">
              <a:rPr lang="ru-RU" smtClean="0"/>
              <a:t>13.12.2022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9FED46-05A6-48F2-BCD8-D77384A3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FA81EE-BF0D-4345-B941-1B179D51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96664-CEAB-4752-BBCD-418946D6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33B51-E9C7-4ECA-A006-020A47A64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3282AE-E1D2-4257-A00E-3CA85DB61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9E5E17-69B9-4FCC-9DD7-CFE4143D8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EFE5B-076B-4B22-9EA9-64E5965C7859}" type="datetime1">
              <a:rPr lang="ru-RU" smtClean="0"/>
              <a:t>13.12.2022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4E2F05-5B1F-43EC-A806-3245682F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2A7471-588B-4383-83B3-10779992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13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B3DA8-09DF-4291-9DD7-8C1DA707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35C321-49B8-4C85-AE1C-45E3169C2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E28C8C-CAFA-4C48-A13D-E2F714C23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1AFA13-00B4-4346-976A-0B1E9795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73CFE-474C-4FD8-B7CF-E0B782A39D95}" type="datetime1">
              <a:rPr lang="ru-RU" smtClean="0"/>
              <a:t>13.12.2022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2D75DB-61D3-4E6C-A962-FD82A315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F70C42-C892-4C2D-9521-559F48FE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29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9D79C-98CE-4769-8C03-9CD18000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F66675-6758-4A49-B7E1-EB9CCCED3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F0CE8B-EC8A-4906-970F-23791607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4465-13B2-4270-A4D5-9D53EBC3E7C0}" type="datetime1">
              <a:rPr lang="ru-RU" smtClean="0"/>
              <a:t>13.12.2022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9B0A15-7B78-49F5-AC3E-12AFF674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C00646-CDB1-429C-894C-751D5339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38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2BC4CD0-579C-46F0-826C-C480995B6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E1C155-916B-430F-9324-8D69F1E91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5BB2EB-8528-43B8-9E60-F5C5E3E3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A42AA-5A56-45C8-A27A-46493C866454}" type="datetime1">
              <a:rPr lang="ru-RU" smtClean="0"/>
              <a:t>13.12.2022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EC4416-9315-4D63-9A82-9B79F205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1E99AF-DC95-4D21-BF55-2A9C1723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89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784E0-36E8-4306-9947-5E504438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5C416E-13D1-4EE7-9BCA-182E4C7AC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04DC0A-7201-41FE-B392-09159C8B3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7D76C-01DD-4C18-AD89-26A0B980B6B4}" type="datetime1">
              <a:rPr lang="ru-RU" smtClean="0"/>
              <a:t>13.12.2022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EDEBC2-5545-45A2-83AE-5183EBABF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A46260-AD14-4544-9B7C-1581365CC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A06CC-1707-42C3-9205-4BB2D4C6C7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82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BE485-ED92-4078-9E24-D1CD3917B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Использования информационных технологий для исследования изопроцессов идеального газа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0CDCA8-6DF9-40AB-85EA-FF4A8DE95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385" y="4883150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1600" dirty="0"/>
              <a:t>Выполнил:</a:t>
            </a:r>
          </a:p>
          <a:p>
            <a:pPr algn="r"/>
            <a:r>
              <a:rPr lang="ru-RU" sz="1600" dirty="0"/>
              <a:t>Закаблукова Анастасия Эдуардовна</a:t>
            </a:r>
          </a:p>
          <a:p>
            <a:pPr algn="r"/>
            <a:r>
              <a:rPr lang="ru-RU" sz="1600" dirty="0"/>
              <a:t>Руководитель:</a:t>
            </a:r>
          </a:p>
          <a:p>
            <a:pPr algn="r"/>
            <a:r>
              <a:rPr lang="ru-RU" sz="1600" dirty="0"/>
              <a:t>Власова Елена </a:t>
            </a:r>
            <a:r>
              <a:rPr lang="ru-RU" sz="1600" dirty="0" err="1"/>
              <a:t>Зотиковна</a:t>
            </a: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6E0D2-E736-41F6-9606-1EC9A1FE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89D18-2EBA-4C75-9572-A1BB39517700}"/>
              </a:ext>
            </a:extLst>
          </p:cNvPr>
          <p:cNvSpPr txBox="1"/>
          <p:nvPr/>
        </p:nvSpPr>
        <p:spPr>
          <a:xfrm>
            <a:off x="3737499" y="6173787"/>
            <a:ext cx="4412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Санкт-Петербург, 2022</a:t>
            </a:r>
          </a:p>
        </p:txBody>
      </p:sp>
    </p:spTree>
    <p:extLst>
      <p:ext uri="{BB962C8B-B14F-4D97-AF65-F5344CB8AC3E}">
        <p14:creationId xmlns:p14="http://schemas.microsoft.com/office/powerpoint/2010/main" val="306583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71AD5-5781-4DF9-965E-E7F3C102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2FE0A1-3EAE-4FF1-AB6E-9A0548F7A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2104"/>
            <a:ext cx="10515600" cy="5566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Актуальность</a:t>
            </a:r>
            <a:r>
              <a:rPr lang="ru-RU" dirty="0"/>
              <a:t> работы обусловлена тем, что современный учебный процесс должен осуществляться в условиях информационной цифровой образовательной среды. В связи с этим необходимо разрабатывать прикладные программные продукты с использованием вычислительных процессов, которые позволяют проводить исследования изучаемых явлений. </a:t>
            </a:r>
          </a:p>
          <a:p>
            <a:pPr marL="0" indent="0">
              <a:buNone/>
            </a:pPr>
            <a:r>
              <a:rPr lang="ru-RU" b="1" dirty="0"/>
              <a:t>Цель</a:t>
            </a:r>
            <a:r>
              <a:rPr lang="ru-RU" dirty="0"/>
              <a:t>: Создание документа в электронных таблицах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Office</a:t>
            </a:r>
            <a:r>
              <a:rPr lang="ru-RU" dirty="0"/>
              <a:t> </a:t>
            </a:r>
            <a:r>
              <a:rPr lang="ru-RU" dirty="0" err="1"/>
              <a:t>Excel</a:t>
            </a:r>
            <a:r>
              <a:rPr lang="ru-RU" dirty="0"/>
              <a:t> для проведения вычислительного эксперимента ради изучения изопроцессов идеального газа.</a:t>
            </a:r>
          </a:p>
          <a:p>
            <a:pPr marL="0" indent="0">
              <a:buNone/>
            </a:pPr>
            <a:r>
              <a:rPr lang="ru-RU" sz="2800" dirty="0"/>
              <a:t>Для достижения цели необходимо решить следующие </a:t>
            </a:r>
            <a:r>
              <a:rPr lang="ru-RU" sz="2800" b="1" dirty="0"/>
              <a:t>задачи</a:t>
            </a:r>
            <a:r>
              <a:rPr lang="ru-RU" sz="2800" dirty="0"/>
              <a:t>:</a:t>
            </a:r>
          </a:p>
          <a:p>
            <a:pPr marL="0" indent="0">
              <a:buNone/>
            </a:pPr>
            <a:r>
              <a:rPr lang="ru-RU" sz="2800" dirty="0"/>
              <a:t>1.	Провести анализ научной литературы и интернет-ресурсов и обобщить выявленную информацию для создания математической модели для визуализации изопроцессов идеального газа.</a:t>
            </a:r>
          </a:p>
          <a:p>
            <a:pPr marL="0" indent="0">
              <a:buNone/>
            </a:pPr>
            <a:r>
              <a:rPr lang="ru-RU" sz="2800" dirty="0"/>
              <a:t>2.	Провести вычислительный процесс по исследованию изопроцессов идеального газа.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F6D6E0-7CE7-41AC-81F5-0ECC18E0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80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67E9B-A980-4629-ACC2-37FC050A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44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Изотермический процесс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8481DB-6ED8-44BB-A0EB-52F88499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EF35DB-FCC0-4BFB-AA7C-5C1A012C6C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2769" r="1290" b="20832"/>
          <a:stretch/>
        </p:blipFill>
        <p:spPr>
          <a:xfrm>
            <a:off x="6643948" y="1191067"/>
            <a:ext cx="3396697" cy="132556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FAB06F-7611-4421-8167-4257F4280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83" y="1102859"/>
            <a:ext cx="3671656" cy="14455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9F32CB-E60A-40D7-BF16-6F2BB39F5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99" y="2428422"/>
            <a:ext cx="11194002" cy="4257763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3E5518-47FB-4661-B697-C01664D3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173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FC539-6CB2-436B-8656-28CC5E7D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Изобарный процесс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9EFC36-04A8-4B9A-89A4-AAAA1563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5FAE6B-2257-4484-9F63-63C48CFAAE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626" b="27115"/>
          <a:stretch/>
        </p:blipFill>
        <p:spPr>
          <a:xfrm>
            <a:off x="838200" y="1226381"/>
            <a:ext cx="3671656" cy="132333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B5726A-1E1F-4E12-BDA0-30DC1D7584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5" t="14540" b="22758"/>
          <a:stretch/>
        </p:blipFill>
        <p:spPr>
          <a:xfrm>
            <a:off x="6995605" y="1288805"/>
            <a:ext cx="3213008" cy="11984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3A4A13-E710-442D-B015-3B04C7820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61" y="2532844"/>
            <a:ext cx="11438878" cy="4343138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5A37A7-53E4-492C-97B2-2020251C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48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D6471-567F-4A0D-A127-2D9F59BD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Изохорный процесс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F730A-DE3D-4075-8417-0CC0125FB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E6B0BB-AE72-4D5F-B0C1-822D9E89C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32" b="28512"/>
          <a:stretch/>
        </p:blipFill>
        <p:spPr>
          <a:xfrm>
            <a:off x="1025689" y="1473693"/>
            <a:ext cx="3448656" cy="10653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E1C4F2-7A56-4BCC-86FD-CCF9432B61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112" b="34211"/>
          <a:stretch/>
        </p:blipFill>
        <p:spPr>
          <a:xfrm>
            <a:off x="7071730" y="1292964"/>
            <a:ext cx="2871261" cy="10653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F02600-4453-4959-BD3D-F9D86FA61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05" y="2509432"/>
            <a:ext cx="11330866" cy="4348567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AE17D2-1AC1-42AC-9B1F-524CCA69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64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9FC8D-9EA2-4D07-B81F-293145FA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222" y="260229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CE3D2-AA41-4DFD-92C5-BEB6205A9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998" y="5030463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A55DC2-0A35-43CE-AD6C-2966FBE8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06CC-1707-42C3-9205-4BB2D4C6C76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611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143</Words>
  <Application>Microsoft Office PowerPoint</Application>
  <PresentationFormat>Широкоэкранный</PresentationFormat>
  <Paragraphs>25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Использования информационных технологий для исследования изопроцессов идеального газа</vt:lpstr>
      <vt:lpstr> </vt:lpstr>
      <vt:lpstr>Изотермический процесс</vt:lpstr>
      <vt:lpstr>Изобарный процесс</vt:lpstr>
      <vt:lpstr>Изохорный процесс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изопроцессов идеального газа</dc:title>
  <dc:creator>Настя Закаблукова</dc:creator>
  <cp:lastModifiedBy>Настя Закаблукова</cp:lastModifiedBy>
  <cp:revision>3</cp:revision>
  <dcterms:created xsi:type="dcterms:W3CDTF">2022-12-12T14:44:54Z</dcterms:created>
  <dcterms:modified xsi:type="dcterms:W3CDTF">2022-12-13T05:44:11Z</dcterms:modified>
</cp:coreProperties>
</file>