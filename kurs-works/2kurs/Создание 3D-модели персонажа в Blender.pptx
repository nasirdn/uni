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88BCE-C48E-4B7F-B600-4DAA05F9C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5F5BB0-93D5-4C99-B757-E48BADB1C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791D9-0BB4-413E-944F-0C8C5EB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4F9EAA-F372-4F38-A495-95763471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14B1D6-9349-40DA-B4BB-97A34407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16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F0C64-1FE4-4C91-95B5-DC459ACE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28933-4592-4752-9236-7671881C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E3CE22-E6D6-4177-A9B5-D3D6AEA4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816F89-0AE2-4792-9521-DAD3CFE1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41F5E8-94C4-45B1-9932-063753BF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4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50F69-EDBC-4814-815F-EFB63CAA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B031E5-83E8-4F45-93FD-3D6FD4118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9BD390-B4C0-4252-AFAC-9544F91D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01DD86-C7E1-453A-9847-8137A30A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8FF77E-E409-42E7-A469-2DA3467B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08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96525-D462-4C52-941A-67AE5503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32BE8D-1E6F-475F-B4BF-6B71E439F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EE90AA-3808-4427-A41C-4712B4133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CE1C0C-A95D-433A-9B99-2CCFB553F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4F2733-AD2A-45EB-A9FC-FC218435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1CEC31-6096-47D9-B1D0-5D233CA5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55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80D3B-2316-4F04-81DC-2D1C1D06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F85796-D108-43A0-BF52-51EF7B349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6F82AC-214A-4044-ADB8-F995A64AA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4F5086-22CF-4920-B149-FCA6DA8C2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04AAAA-DCFB-4148-96A2-4BACC4482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DDD989-DC61-456E-B7CA-C7D2827A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342D85-3588-4A32-84B8-A9C033623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A461A5-6704-4F40-AF48-77BEAC92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62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945BA-8328-4876-952D-D92BAA00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4C2F7-8EC8-474B-84A1-852C8C13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6E73D2-416C-4DBE-9397-7B889FA0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82ECAB-4A7E-40ED-83F5-D09A81DF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76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F8ED66-18E6-417B-B17E-22078C2E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A1924E-8AE8-4208-A8A7-D887C439F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2ABFB1-0F20-4FC2-9068-A9250151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31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FBA86-10E4-41C4-86F0-6316D7E9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6A4D5C-13CF-4482-A77D-56263468D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C2D8FB-21D6-4D97-9761-7D2CD4527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E33DF-27AE-4322-ADBF-7B415CAD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8C2882-D556-4296-A384-C05AD3357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8ECBCF-F229-4491-9928-03F28D7F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00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19D5BD-1C09-4135-9451-C17A042E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86A32D-66FC-4272-B284-3695880B4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10E638-0130-4F18-BACA-91F07B7CD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9EEA35-B270-4670-9CBC-8881250A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20B133-E383-47CA-A1F7-56FB1DAF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831EBF-63E7-451C-A93F-9E9FF16C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31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FF592-965D-4824-A7FA-0803261E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CD10A7-681F-47E4-AFF4-017BA3409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B1CDA6-A99E-408A-874C-6210FBF4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E604E5-ADAE-4983-BB04-CFBFB536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AC5C68-2DBC-4E26-9E2C-9D46609D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94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58E121-929D-440B-A8E6-3E44F1FC2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9E8E5C-677E-4FA8-8911-54381ADD6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A18295-12D4-4ADD-9695-BFB59EF52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90BF6A-AA2A-478F-8DDF-F38B010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6830D-7912-43D4-8D70-F131D976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10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0000"/>
                <a:lumOff val="6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1F1C1-6228-4FAF-977A-75988059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34F73C-65CD-4F38-AB3C-0334B64AD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9A46A8-DC40-40CB-9E55-605285958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EE0DA-1A57-411C-84F7-9602874CC503}" type="datetimeFigureOut">
              <a:rPr lang="ru-RU" smtClean="0"/>
              <a:t>26.05.2024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35D96-3303-4143-A298-2F3D32D19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2A2C01-39FC-46D5-94CA-4F6147F00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E771F-C689-46A3-B6F4-BB218ED335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35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83FA8-304C-489E-A15B-D9FB4C43E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персонажа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78D5E8-EAC2-40DF-BBFC-D85C30EE8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1262" y="504909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студентки 2 курса</a:t>
            </a:r>
          </a:p>
          <a:p>
            <a:pPr algn="r"/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Закаблуковой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Анастасии Эдуардовны.</a:t>
            </a:r>
          </a:p>
          <a:p>
            <a:pPr algn="r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д.п.н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профессор</a:t>
            </a:r>
          </a:p>
          <a:p>
            <a:pPr algn="r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Власова Е.З.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968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4F1EA-2DCC-4FEF-9900-56936690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8082E-3536-404F-80D0-E2F177FD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3D-модель персонажа, созданная в программе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Blender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работы: изучить процесс создания 3D-модели персонажа в программе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Blender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создать собственную модель с использованием полученных знаний.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цели необходимо решить следующие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основные принципы работы с программой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Blender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базовую геометрию персонажа.</a:t>
            </a: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Произвести наложение текстур и создание материалов для модели.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11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358496DE-E34D-4D31-B05A-22BDA84E516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E9647AD-B766-4921-B17C-FB58C38C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46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6A9D9-11C1-4181-ADF1-3DE500AA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B7066A2-4336-48AF-9DBA-C16C378A20F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6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F8908-8091-47B4-9FFA-10768A60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1BD74ED-F306-4145-B932-8A434350FBB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79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FE0E-00ED-469B-9F3D-EC608B08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3B2ABB9-B123-493D-A0B4-B9F99DC6DB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0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20840-C963-4D02-A74A-205DB7FB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9CA2F08-9601-4648-86E8-18DDFEA6480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57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0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01F1D-918B-4F60-BD23-0D1474FD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3FBE60-CA52-4FEF-A936-C1C0B06C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E5FA92-A3BE-45F6-B38B-7C05AB1925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18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DAC46-239D-4EFF-B488-8A9AD607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25EFB7-6D4E-46E5-8663-23C5C6185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C3E3A7-8CD4-4B1C-B71F-81956AF2C5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7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5C10B-E9C5-466E-92F2-45366E02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74FC7-F8C1-45FA-B5B7-4B99DFEF2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88F7E4-B2AF-4E69-9E46-0EAFF81688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47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09DCA-B89E-4873-8F83-4FDC86AB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2D191-9BA2-4657-B06F-30F0EAC81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23972F-9FFE-40C2-8D75-DBFE0DE88D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75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95</Words>
  <Application>Microsoft Office PowerPoint</Application>
  <PresentationFormat>Широкоэкранный</PresentationFormat>
  <Paragraphs>19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Создание 3D-модели персонажа в Blender</vt:lpstr>
      <vt:lpstr> </vt:lpstr>
      <vt:lpstr> </vt:lpstr>
      <vt:lpstr> </vt:lpstr>
      <vt:lpstr> </vt:lpstr>
      <vt:lpstr>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3D-модели персонажа в Blender</dc:title>
  <dc:creator>Настя Закаблукова</dc:creator>
  <cp:lastModifiedBy>Настя Закаблукова</cp:lastModifiedBy>
  <cp:revision>1</cp:revision>
  <dcterms:created xsi:type="dcterms:W3CDTF">2024-05-25T21:33:42Z</dcterms:created>
  <dcterms:modified xsi:type="dcterms:W3CDTF">2024-05-25T21:46:52Z</dcterms:modified>
</cp:coreProperties>
</file>